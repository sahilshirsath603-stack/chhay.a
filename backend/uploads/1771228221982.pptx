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1" r:id="rId14"/>
    <p:sldId id="272" r:id="rId15"/>
    <p:sldId id="267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0498" y="201279"/>
            <a:ext cx="60436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endParaRPr dirty="0"/>
          </a:p>
          <a:p>
            <a:r>
              <a:rPr lang="en-IN" sz="2800" b="1" dirty="0"/>
              <a:t>Final project progression presentation</a:t>
            </a:r>
            <a:endParaRPr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00498" y="3171464"/>
            <a:ext cx="5101974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C8FF"/>
                </a:solidFill>
              </a:defRPr>
            </a:pPr>
            <a:r>
              <a:rPr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Presented By:</a:t>
            </a:r>
          </a:p>
          <a:p>
            <a:endParaRPr sz="2400" dirty="0"/>
          </a:p>
          <a:p>
            <a:r>
              <a:rPr sz="2400" dirty="0"/>
              <a:t>1. Nakul Mahale  | PRN: 220105131180</a:t>
            </a:r>
          </a:p>
          <a:p>
            <a:r>
              <a:rPr sz="2400" dirty="0"/>
              <a:t>2. Sahil Shirsath | PRN: 220105131228</a:t>
            </a:r>
          </a:p>
          <a:p>
            <a:r>
              <a:rPr sz="2400" dirty="0"/>
              <a:t>3. Yash </a:t>
            </a:r>
            <a:r>
              <a:rPr sz="2400" dirty="0" err="1"/>
              <a:t>Gunjal</a:t>
            </a:r>
            <a:r>
              <a:rPr sz="2400" dirty="0"/>
              <a:t> | PRN: 220105131138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2211A-B7F8-4956-88E3-65FFF8251B17}"/>
              </a:ext>
            </a:extLst>
          </p:cNvPr>
          <p:cNvSpPr txBox="1"/>
          <p:nvPr/>
        </p:nvSpPr>
        <p:spPr>
          <a:xfrm>
            <a:off x="200498" y="2000089"/>
            <a:ext cx="5101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Title : “</a:t>
            </a:r>
            <a:r>
              <a:rPr lang="en-IN" sz="2400" b="1" dirty="0" err="1"/>
              <a:t>Chhay.a</a:t>
            </a:r>
            <a:r>
              <a:rPr lang="en-IN" sz="2400" b="1" dirty="0"/>
              <a:t>” Chat Application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D34E99-3F29-7615-EC34-F3CF79A47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5655"/>
            <a:ext cx="2143125" cy="2143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5D8BCC-2F0F-3B0B-7C25-C7420063F2D2}"/>
              </a:ext>
            </a:extLst>
          </p:cNvPr>
          <p:cNvSpPr txBox="1"/>
          <p:nvPr/>
        </p:nvSpPr>
        <p:spPr>
          <a:xfrm>
            <a:off x="509286" y="5578997"/>
            <a:ext cx="4421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Group ID :- B-22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Need secure and scalable Indian chat platform</a:t>
            </a:r>
          </a:p>
          <a:p>
            <a:pPr marL="0" indent="0">
              <a:buNone/>
            </a:pPr>
            <a:r>
              <a:rPr dirty="0"/>
              <a:t>• Data privacy and control</a:t>
            </a:r>
          </a:p>
          <a:p>
            <a:pPr marL="0" indent="0">
              <a:buNone/>
            </a:pPr>
            <a:r>
              <a:rPr dirty="0"/>
              <a:t>• Real-time communication</a:t>
            </a:r>
          </a:p>
          <a:p>
            <a:pPr marL="0" indent="0">
              <a:buNone/>
            </a:pPr>
            <a:r>
              <a:rPr dirty="0"/>
              <a:t>• Modern UI/UX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/ Modern UI</a:t>
            </a:r>
          </a:p>
          <a:p>
            <a:r>
              <a:t>Backend: Node.js + Express</a:t>
            </a:r>
          </a:p>
          <a:p>
            <a:r>
              <a:t>Database: MongoDB</a:t>
            </a:r>
          </a:p>
          <a:p>
            <a:r>
              <a:t>API Testing: Postman</a:t>
            </a:r>
          </a:p>
          <a:p>
            <a:r>
              <a:t>Authentication: JWT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(Frontend)</a:t>
            </a:r>
          </a:p>
          <a:p>
            <a:r>
              <a:t>↓</a:t>
            </a:r>
          </a:p>
          <a:p>
            <a:r>
              <a:t>REST API / Socket</a:t>
            </a:r>
          </a:p>
          <a:p>
            <a:r>
              <a:t>↓</a:t>
            </a:r>
          </a:p>
          <a:p>
            <a:r>
              <a:t>Server (Backend)</a:t>
            </a:r>
          </a:p>
          <a:p>
            <a:r>
              <a:t>↓</a:t>
            </a:r>
          </a:p>
          <a:p>
            <a:r>
              <a:t>MongoDB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User Registration &amp; Login</a:t>
            </a:r>
            <a:endParaRPr lang="en-IN" dirty="0"/>
          </a:p>
          <a:p>
            <a:pPr marL="0" indent="0">
              <a:buNone/>
            </a:pPr>
            <a:r>
              <a:rPr dirty="0"/>
              <a:t>• One-to-One Chat</a:t>
            </a:r>
          </a:p>
          <a:p>
            <a:pPr marL="0" indent="0">
              <a:buNone/>
            </a:pPr>
            <a:r>
              <a:rPr dirty="0"/>
              <a:t>• Group Chat</a:t>
            </a:r>
          </a:p>
          <a:p>
            <a:pPr marL="0" indent="0">
              <a:buNone/>
            </a:pPr>
            <a:r>
              <a:rPr dirty="0"/>
              <a:t>• Media Sharing</a:t>
            </a:r>
          </a:p>
          <a:p>
            <a:pPr marL="0" indent="0">
              <a:buNone/>
            </a:pPr>
            <a:r>
              <a:rPr dirty="0"/>
              <a:t>• Dark/Light Theme</a:t>
            </a:r>
          </a:p>
          <a:p>
            <a:pPr marL="0" indent="0">
              <a:buNone/>
            </a:pPr>
            <a:r>
              <a:rPr dirty="0"/>
              <a:t>• Profile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0327" y="571818"/>
            <a:ext cx="26941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Chat Interface UI</a:t>
            </a:r>
          </a:p>
        </p:txBody>
      </p:sp>
      <p:pic>
        <p:nvPicPr>
          <p:cNvPr id="4" name="Picture 3" descr="Screenshot 2026-02-14 1237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4109"/>
            <a:ext cx="8229600" cy="36537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22498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Group Chat UI</a:t>
            </a:r>
          </a:p>
        </p:txBody>
      </p:sp>
      <p:pic>
        <p:nvPicPr>
          <p:cNvPr id="4" name="Picture 3" descr="Screenshot 2026-02-14 1238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864"/>
            <a:ext cx="8229600" cy="3719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23618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Contact Info UI</a:t>
            </a:r>
          </a:p>
        </p:txBody>
      </p:sp>
      <p:pic>
        <p:nvPicPr>
          <p:cNvPr id="4" name="Picture 3" descr="Screenshot 2026-02-14 123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37239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19704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dirty="0"/>
              <a:t>Settings UI</a:t>
            </a:r>
          </a:p>
        </p:txBody>
      </p:sp>
      <p:pic>
        <p:nvPicPr>
          <p:cNvPr id="4" name="Picture 3" descr="Screenshot 2026-02-14 1238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36" y="1756064"/>
            <a:ext cx="8229600" cy="36709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End-to-End Encryption</a:t>
            </a:r>
          </a:p>
          <a:p>
            <a:pPr marL="0" indent="0">
              <a:buNone/>
            </a:pPr>
            <a:r>
              <a:rPr dirty="0"/>
              <a:t>• Voice &amp; Video Calling</a:t>
            </a:r>
          </a:p>
          <a:p>
            <a:pPr marL="0" indent="0">
              <a:buNone/>
            </a:pPr>
            <a:r>
              <a:rPr dirty="0"/>
              <a:t>• Cloud Deployment</a:t>
            </a:r>
          </a:p>
          <a:p>
            <a:pPr marL="0" indent="0">
              <a:buNone/>
            </a:pPr>
            <a:r>
              <a:rPr dirty="0"/>
              <a:t>• Mobile App Version</a:t>
            </a:r>
          </a:p>
          <a:p>
            <a:pPr marL="0" indent="0">
              <a:buNone/>
            </a:pPr>
            <a:r>
              <a:rPr dirty="0"/>
              <a:t>• AI-based Smart Replies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405296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>
            <a:spAutoFit/>
          </a:bodyPr>
          <a:lstStyle/>
          <a:p>
            <a:r>
              <a:t>• India has 800M+ internet users</a:t>
            </a:r>
          </a:p>
          <a:p>
            <a:r>
              <a:t>• Growing demand for secure communication</a:t>
            </a:r>
          </a:p>
          <a:p>
            <a:r>
              <a:t>• Opportunity for Made-in-India platform</a:t>
            </a:r>
          </a:p>
          <a:p>
            <a:r>
              <a:t>• Focus on privacy &amp; scalability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&amp; Design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Modern dark/light theme (Chhaya &amp; Prakash)</a:t>
            </a:r>
          </a:p>
          <a:p>
            <a:r>
              <a:t>• Clean chat bubbles &amp; real-time updates</a:t>
            </a:r>
          </a:p>
          <a:p>
            <a:r>
              <a:t>• Profile management &amp; media sharing</a:t>
            </a:r>
          </a:p>
          <a:p>
            <a:r>
              <a:t>• Responsive layout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Requirement Analysis</a:t>
            </a:r>
          </a:p>
          <a:p>
            <a:r>
              <a:t>2. UI Design &amp; Frontend Implementation</a:t>
            </a:r>
          </a:p>
          <a:p>
            <a:r>
              <a:t>3. Backend API Development</a:t>
            </a:r>
          </a:p>
          <a:p>
            <a:r>
              <a:t>4. Database Integration (MongoDB)</a:t>
            </a:r>
          </a:p>
          <a:p>
            <a:r>
              <a:t>5. Testing using Postman</a:t>
            </a:r>
          </a:p>
          <a:p>
            <a:r>
              <a:t>6. Deployment Planning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Basic Messaging System</a:t>
            </a:r>
          </a:p>
          <a:p>
            <a:r>
              <a:t>Phase 2: Group Chat &amp; Media</a:t>
            </a:r>
          </a:p>
          <a:p>
            <a:r>
              <a:t>Phase 3: Encryption &amp; Cloud Hosting</a:t>
            </a:r>
          </a:p>
          <a:p>
            <a:r>
              <a:t>Phase 4: Mobile Application Launch</a:t>
            </a:r>
          </a:p>
          <a:p>
            <a:r>
              <a:t>Phase 5: AI-powered Smart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scalable and secure full-stack chat application</a:t>
            </a:r>
          </a:p>
          <a:p>
            <a:r>
              <a:t>Built using modern web technologies</a:t>
            </a:r>
          </a:p>
          <a:p>
            <a:r>
              <a:t>Ready for real-world deployment and expansion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16857" y="2286000"/>
            <a:ext cx="291028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</a:p>
          <a:p>
            <a:endParaRPr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315</Words>
  <Application>Microsoft Office PowerPoint</Application>
  <PresentationFormat>On-screen Show (4:3)</PresentationFormat>
  <Paragraphs>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Problem Statement</vt:lpstr>
      <vt:lpstr>Technology Stack</vt:lpstr>
      <vt:lpstr>System Architecture</vt:lpstr>
      <vt:lpstr>Key Features</vt:lpstr>
      <vt:lpstr>PowerPoint Presentation</vt:lpstr>
      <vt:lpstr>PowerPoint Presentation</vt:lpstr>
      <vt:lpstr>PowerPoint Presentation</vt:lpstr>
      <vt:lpstr>PowerPoint Presentation</vt:lpstr>
      <vt:lpstr>Future Scope</vt:lpstr>
      <vt:lpstr>PowerPoint Presentation</vt:lpstr>
      <vt:lpstr>UI &amp; Design Highlights</vt:lpstr>
      <vt:lpstr>Development Workflow</vt:lpstr>
      <vt:lpstr>Product Roadmap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Sahil Shirsath</cp:lastModifiedBy>
  <cp:revision>4</cp:revision>
  <dcterms:created xsi:type="dcterms:W3CDTF">2013-01-27T09:14:16Z</dcterms:created>
  <dcterms:modified xsi:type="dcterms:W3CDTF">2026-02-14T18:14:59Z</dcterms:modified>
  <cp:category/>
</cp:coreProperties>
</file>